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1" r:id="rId2"/>
    <p:sldId id="262" r:id="rId3"/>
    <p:sldId id="257" r:id="rId4"/>
    <p:sldId id="258" r:id="rId5"/>
    <p:sldId id="259" r:id="rId6"/>
    <p:sldId id="260" r:id="rId7"/>
    <p:sldId id="263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BE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3"/>
    <p:restoredTop sz="94720"/>
  </p:normalViewPr>
  <p:slideViewPr>
    <p:cSldViewPr snapToGrid="0">
      <p:cViewPr>
        <p:scale>
          <a:sx n="139" d="100"/>
          <a:sy n="139" d="100"/>
        </p:scale>
        <p:origin x="159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2T19:59:16.6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24575,'7'0'0,"-1"0"0,2 0 0,1 0 0,1 0 0,1 0 0,-1 0 0,-2 0 0,1 0 0,-1 0 0,-1 3 0,0 0 0,-1 2 0,0-1 0,0 0 0,-1 0 0,0 0 0,0 0 0,0-2 0,-1 0 0,0-1 0,1 0 0,0 0 0,0 1 0,0 0 0,-1-1 0,1 0 0,-1 0 0,0-1 0,1 1 0,-1 0 0,2 0 0,1-1 0,0 1 0,1-1 0,-1 0 0,-1 0 0,0 1 0,-1-1 0,1 2 0,-1-1 0,0 0 0,0 1 0,0-1 0,1 0 0,1 1 0,0 0 0,0 0 0,-1 0 0,-2 0 0,0-2 0,0 1 0,0 0 0,1-1 0,0 1 0,0 0 0,-1 0 0,0-1 0,0 1 0,0-1 0,1 0 0,0 0 0,3 0 0,0 0 0,1 0 0,0 0 0,-1 0 0,-2 1 0,0 0 0,0-1 0,0 0 0,1 0 0,0 0 0,0 0 0,-1 0 0,-1 0 0,0 0 0,0 0 0,0 0 0,-1 0 0,-1 0 0,-1 0 0,1 0 0,-1 0 0,1 0 0,1 0 0,-1 0 0,1 0 0,-1 0 0,0 0 0,0 0 0,0 0 0,-1 0 0,1 0 0,0 0 0,1 0 0,1 1 0,0 0 0,1 1 0,-1-1 0,0 1 0,-2 0 0,0-1 0,-1 0 0,0 0 0,0-1 0,-1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2T19:59:19.2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24575,'4'0'0,"1"0"0,-1 0 0,0 0 0,2 0 0,0 0 0,2 0 0,-1 0 0,0 0 0,-2 1 0,1 1 0,1 1 0,-1-1 0,0 1 0,0-1 0,0-1 0,1 2 0,1-1 0,0 1 0,1 0 0,0 1 0,0-1 0,-1 1 0,-1-2 0,-3 1 0,0 0 0,0 0 0,-2 1 0,2-1 0,0 1 0,0-1 0,2-1 0,-1-1 0,0 0 0,0 0 0,0 0 0,1-1 0,0 0 0,1 0 0,1 0 0,-1 0 0,1 1 0,0 1 0,0 0 0,0-1 0,-1 1 0,-1 0 0,-1-1 0,0 0 0,0 1 0,1 0 0,-1-1 0,0 0 0,0 0 0,-1 0 0,0 0 0,1 1 0,1 0 0,2 2 0,3 0 0,1 1 0,0 1 0,0-1 0,-2 0 0,-2 0 0,-1-1 0,-1-2 0,-1 0 0,1-1 0,0 1 0,1 0 0,2 0 0,-1-1 0,-1 1 0,0 0 0,-1 0 0,-2 0 0,0-1 0,-2 0 0,0-1 0,0 1 0,0 0 0,0 1 0,-1-2 0,0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2T19:59:21.6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24575,'1'7'0,"1"-1"0,0-2 0,1-2 0,0 1 0,2 0 0,1 0 0,0 0 0,-1-1 0,1 1 0,-1-2 0,0 1 0,1 0 0,-1 1 0,0-1 0,1 1 0,0-1 0,2 1 0,-1 0 0,-1 0 0,-1 0 0,0 0 0,0 0 0,1 1 0,-1 1 0,2 1 0,1 2 0,2 1 0,1 2 0,0 0 0,-1-2 0,0 0 0,0 0 0,-1-1 0,1 1 0,-2-2 0,-1 0 0,-1-2 0,0-1 0,0 0 0,2 0 0,1 0 0,3 1 0,2 1 0,2 0 0,-1 0 0,1-1 0,-2-2 0,-3 0 0,-2-1 0,-3 0 0,-1 1 0,0-1 0,-1 1 0,1 0 0,0 1 0,2 0 0,0 1 0,0 0 0,-1-2 0,-1 0 0,-1 0 0,-1 0 0,-1 0 0,0 0 0,0 1 0,0-1 0,1 0 0,-1 1 0,1-1 0,-1 1 0,1 1 0,-1 0 0,1 0 0,-1-1 0,-1-1 0,-1-1 0,1 1 0,-1 0 0,1-1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2T19:59:23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24575,'4'2'0,"0"2"0,0 1 0,-1 0 0,0-1 0,1 0 0,2 1 0,0 2 0,2 2 0,-1 0 0,0-2 0,-1 0 0,-1-2 0,0 1 0,1-2 0,0 0 0,0-2 0,1 0 0,0 0 0,0-1 0,0 0 0,-1 0 0,1 1 0,-1 1 0,0-1 0,0 1 0,-1-1 0,0 2 0,1 1 0,1 2 0,1 1 0,-1 0 0,0 0 0,-1-1 0,1-1 0,-1 1 0,0 1 0,1-1 0,-1 0 0,0 0 0,0-1 0,-1 1 0,1 0 0,-1 0 0,0-1 0,-1-1 0,0 1 0,2 3 0,2 1 0,3 2 0,0 0 0,0-1 0,-3-3 0,-2-2 0,-2-2 0,-2-1 0,0-1 0,-1 0 0,0 0 0,0-1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2T19:59:42.4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24575,'4'0'0,"1"2"0,0 1 0,0 2 0,0 0 0,0 1 0,0 0 0,-1 1 0,1 0 0,0 1 0,-1-1 0,0-2 0,0-1 0,0-2 0,0 0 0,0-1 0,0 0 0,1 1 0,-1 0 0,2 2 0,-1 1 0,1 1 0,0-1 0,-2 0 0,0-2 0,-1 0 0,-1 0 0,1-1 0,-1-1 0,0 1 0,-1-1 0,0 1 0,0-1 0,0 1 0,-1-1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2T19:59:45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2T19:59:49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76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94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72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324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16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32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657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269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415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227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21C54-5E9E-8444-959D-3C3EF7C0B317}" type="datetimeFigureOut">
              <a:rPr lang="en-US" smtClean="0"/>
              <a:t>4/8/25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0DFE2-16C2-4944-BC8A-681F0D176D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86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9.emf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2.emf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customXml" Target="../ink/ink6.xml"/><Relationship Id="rId18" Type="http://schemas.openxmlformats.org/officeDocument/2006/relationships/image" Target="../media/image2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16.png"/><Relationship Id="rId17" Type="http://schemas.openxmlformats.org/officeDocument/2006/relationships/image" Target="../media/image19.png"/><Relationship Id="rId2" Type="http://schemas.openxmlformats.org/officeDocument/2006/relationships/image" Target="../media/image80.png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15.png"/><Relationship Id="rId19" Type="http://schemas.openxmlformats.org/officeDocument/2006/relationships/image" Target="../media/image21.png"/><Relationship Id="rId4" Type="http://schemas.openxmlformats.org/officeDocument/2006/relationships/image" Target="../media/image100.png"/><Relationship Id="rId9" Type="http://schemas.openxmlformats.org/officeDocument/2006/relationships/customXml" Target="../ink/ink4.xml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27">
            <a:extLst>
              <a:ext uri="{FF2B5EF4-FFF2-40B4-BE49-F238E27FC236}">
                <a16:creationId xmlns:a16="http://schemas.microsoft.com/office/drawing/2014/main" id="{EC8C1998-9BD9-E334-90F8-4462F533A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16" y="1172948"/>
            <a:ext cx="2128805" cy="1762121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685726B6-F539-7010-3CAB-FD88989CAAB2}"/>
              </a:ext>
            </a:extLst>
          </p:cNvPr>
          <p:cNvSpPr txBox="1"/>
          <p:nvPr/>
        </p:nvSpPr>
        <p:spPr>
          <a:xfrm>
            <a:off x="650645" y="509716"/>
            <a:ext cx="2128805" cy="25391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PEER Performance Database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948C969-3BED-4E78-1B5D-1E2FB323FD2D}"/>
              </a:ext>
            </a:extLst>
          </p:cNvPr>
          <p:cNvGrpSpPr/>
          <p:nvPr/>
        </p:nvGrpSpPr>
        <p:grpSpPr>
          <a:xfrm>
            <a:off x="1057265" y="1327952"/>
            <a:ext cx="439736" cy="580487"/>
            <a:chOff x="1823569" y="713368"/>
            <a:chExt cx="1378252" cy="249227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2C3E6B7-65EE-DDE1-AA90-9EB595B10F58}"/>
                </a:ext>
              </a:extLst>
            </p:cNvPr>
            <p:cNvSpPr/>
            <p:nvPr/>
          </p:nvSpPr>
          <p:spPr>
            <a:xfrm>
              <a:off x="2638248" y="1445916"/>
              <a:ext cx="280466" cy="1559191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EF185A-402E-BD61-368C-DEE19FF3A4CD}"/>
                </a:ext>
              </a:extLst>
            </p:cNvPr>
            <p:cNvSpPr/>
            <p:nvPr/>
          </p:nvSpPr>
          <p:spPr>
            <a:xfrm rot="635653">
              <a:off x="2712826" y="1426212"/>
              <a:ext cx="326869" cy="1613054"/>
            </a:xfrm>
            <a:custGeom>
              <a:avLst/>
              <a:gdLst>
                <a:gd name="connsiteX0" fmla="*/ 0 w 280466"/>
                <a:gd name="connsiteY0" fmla="*/ 0 h 1613054"/>
                <a:gd name="connsiteX1" fmla="*/ 280466 w 280466"/>
                <a:gd name="connsiteY1" fmla="*/ 0 h 1613054"/>
                <a:gd name="connsiteX2" fmla="*/ 280466 w 280466"/>
                <a:gd name="connsiteY2" fmla="*/ 1613054 h 1613054"/>
                <a:gd name="connsiteX3" fmla="*/ 0 w 280466"/>
                <a:gd name="connsiteY3" fmla="*/ 1613054 h 1613054"/>
                <a:gd name="connsiteX4" fmla="*/ 0 w 280466"/>
                <a:gd name="connsiteY4" fmla="*/ 0 h 1613054"/>
                <a:gd name="connsiteX0" fmla="*/ 0 w 288684"/>
                <a:gd name="connsiteY0" fmla="*/ 0 h 1613054"/>
                <a:gd name="connsiteX1" fmla="*/ 280466 w 288684"/>
                <a:gd name="connsiteY1" fmla="*/ 0 h 1613054"/>
                <a:gd name="connsiteX2" fmla="*/ 288684 w 288684"/>
                <a:gd name="connsiteY2" fmla="*/ 1553376 h 1613054"/>
                <a:gd name="connsiteX3" fmla="*/ 0 w 288684"/>
                <a:gd name="connsiteY3" fmla="*/ 1613054 h 1613054"/>
                <a:gd name="connsiteX4" fmla="*/ 0 w 288684"/>
                <a:gd name="connsiteY4" fmla="*/ 0 h 1613054"/>
                <a:gd name="connsiteX0" fmla="*/ 0 w 280531"/>
                <a:gd name="connsiteY0" fmla="*/ 0 h 1613054"/>
                <a:gd name="connsiteX1" fmla="*/ 280466 w 280531"/>
                <a:gd name="connsiteY1" fmla="*/ 0 h 1613054"/>
                <a:gd name="connsiteX2" fmla="*/ 202489 w 280531"/>
                <a:gd name="connsiteY2" fmla="*/ 1524277 h 1613054"/>
                <a:gd name="connsiteX3" fmla="*/ 0 w 280531"/>
                <a:gd name="connsiteY3" fmla="*/ 1613054 h 1613054"/>
                <a:gd name="connsiteX4" fmla="*/ 0 w 280531"/>
                <a:gd name="connsiteY4" fmla="*/ 0 h 1613054"/>
                <a:gd name="connsiteX0" fmla="*/ 0 w 281197"/>
                <a:gd name="connsiteY0" fmla="*/ 0 h 1613054"/>
                <a:gd name="connsiteX1" fmla="*/ 280466 w 281197"/>
                <a:gd name="connsiteY1" fmla="*/ 0 h 1613054"/>
                <a:gd name="connsiteX2" fmla="*/ 279905 w 281197"/>
                <a:gd name="connsiteY2" fmla="*/ 1558248 h 1613054"/>
                <a:gd name="connsiteX3" fmla="*/ 0 w 281197"/>
                <a:gd name="connsiteY3" fmla="*/ 1613054 h 1613054"/>
                <a:gd name="connsiteX4" fmla="*/ 0 w 281197"/>
                <a:gd name="connsiteY4" fmla="*/ 0 h 1613054"/>
                <a:gd name="connsiteX0" fmla="*/ 45513 w 326710"/>
                <a:gd name="connsiteY0" fmla="*/ 0 h 1613054"/>
                <a:gd name="connsiteX1" fmla="*/ 325979 w 326710"/>
                <a:gd name="connsiteY1" fmla="*/ 0 h 1613054"/>
                <a:gd name="connsiteX2" fmla="*/ 325418 w 326710"/>
                <a:gd name="connsiteY2" fmla="*/ 1558248 h 1613054"/>
                <a:gd name="connsiteX3" fmla="*/ 45513 w 326710"/>
                <a:gd name="connsiteY3" fmla="*/ 1613054 h 1613054"/>
                <a:gd name="connsiteX4" fmla="*/ 45513 w 326710"/>
                <a:gd name="connsiteY4" fmla="*/ 0 h 1613054"/>
                <a:gd name="connsiteX0" fmla="*/ 45513 w 325979"/>
                <a:gd name="connsiteY0" fmla="*/ 0 h 1613054"/>
                <a:gd name="connsiteX1" fmla="*/ 325979 w 325979"/>
                <a:gd name="connsiteY1" fmla="*/ 0 h 1613054"/>
                <a:gd name="connsiteX2" fmla="*/ 325418 w 325979"/>
                <a:gd name="connsiteY2" fmla="*/ 1558248 h 1613054"/>
                <a:gd name="connsiteX3" fmla="*/ 45513 w 325979"/>
                <a:gd name="connsiteY3" fmla="*/ 1613054 h 1613054"/>
                <a:gd name="connsiteX4" fmla="*/ 45513 w 325979"/>
                <a:gd name="connsiteY4" fmla="*/ 0 h 1613054"/>
                <a:gd name="connsiteX0" fmla="*/ 45513 w 325979"/>
                <a:gd name="connsiteY0" fmla="*/ 0 h 1613054"/>
                <a:gd name="connsiteX1" fmla="*/ 325979 w 325979"/>
                <a:gd name="connsiteY1" fmla="*/ 0 h 1613054"/>
                <a:gd name="connsiteX2" fmla="*/ 325418 w 325979"/>
                <a:gd name="connsiteY2" fmla="*/ 1558248 h 1613054"/>
                <a:gd name="connsiteX3" fmla="*/ 45513 w 325979"/>
                <a:gd name="connsiteY3" fmla="*/ 1613054 h 1613054"/>
                <a:gd name="connsiteX4" fmla="*/ 45513 w 325979"/>
                <a:gd name="connsiteY4" fmla="*/ 0 h 1613054"/>
                <a:gd name="connsiteX0" fmla="*/ 20297 w 300763"/>
                <a:gd name="connsiteY0" fmla="*/ 0 h 1613054"/>
                <a:gd name="connsiteX1" fmla="*/ 300763 w 300763"/>
                <a:gd name="connsiteY1" fmla="*/ 0 h 1613054"/>
                <a:gd name="connsiteX2" fmla="*/ 300202 w 300763"/>
                <a:gd name="connsiteY2" fmla="*/ 1558248 h 1613054"/>
                <a:gd name="connsiteX3" fmla="*/ 20297 w 300763"/>
                <a:gd name="connsiteY3" fmla="*/ 1613054 h 1613054"/>
                <a:gd name="connsiteX4" fmla="*/ 20297 w 300763"/>
                <a:gd name="connsiteY4" fmla="*/ 0 h 1613054"/>
                <a:gd name="connsiteX0" fmla="*/ 54111 w 334577"/>
                <a:gd name="connsiteY0" fmla="*/ 0 h 1613054"/>
                <a:gd name="connsiteX1" fmla="*/ 334577 w 334577"/>
                <a:gd name="connsiteY1" fmla="*/ 0 h 1613054"/>
                <a:gd name="connsiteX2" fmla="*/ 334016 w 334577"/>
                <a:gd name="connsiteY2" fmla="*/ 1558248 h 1613054"/>
                <a:gd name="connsiteX3" fmla="*/ 54111 w 334577"/>
                <a:gd name="connsiteY3" fmla="*/ 1613054 h 1613054"/>
                <a:gd name="connsiteX4" fmla="*/ 54111 w 334577"/>
                <a:gd name="connsiteY4" fmla="*/ 0 h 1613054"/>
                <a:gd name="connsiteX0" fmla="*/ 46018 w 326484"/>
                <a:gd name="connsiteY0" fmla="*/ 0 h 1613054"/>
                <a:gd name="connsiteX1" fmla="*/ 326484 w 326484"/>
                <a:gd name="connsiteY1" fmla="*/ 0 h 1613054"/>
                <a:gd name="connsiteX2" fmla="*/ 325923 w 326484"/>
                <a:gd name="connsiteY2" fmla="*/ 1558248 h 1613054"/>
                <a:gd name="connsiteX3" fmla="*/ 46018 w 326484"/>
                <a:gd name="connsiteY3" fmla="*/ 1613054 h 1613054"/>
                <a:gd name="connsiteX4" fmla="*/ 46018 w 326484"/>
                <a:gd name="connsiteY4" fmla="*/ 0 h 1613054"/>
                <a:gd name="connsiteX0" fmla="*/ 46018 w 326484"/>
                <a:gd name="connsiteY0" fmla="*/ 0 h 1613054"/>
                <a:gd name="connsiteX1" fmla="*/ 326484 w 326484"/>
                <a:gd name="connsiteY1" fmla="*/ 0 h 1613054"/>
                <a:gd name="connsiteX2" fmla="*/ 325923 w 326484"/>
                <a:gd name="connsiteY2" fmla="*/ 1558248 h 1613054"/>
                <a:gd name="connsiteX3" fmla="*/ 46018 w 326484"/>
                <a:gd name="connsiteY3" fmla="*/ 1613054 h 1613054"/>
                <a:gd name="connsiteX4" fmla="*/ 46018 w 326484"/>
                <a:gd name="connsiteY4" fmla="*/ 0 h 1613054"/>
                <a:gd name="connsiteX0" fmla="*/ 46018 w 326869"/>
                <a:gd name="connsiteY0" fmla="*/ 0 h 1613054"/>
                <a:gd name="connsiteX1" fmla="*/ 326869 w 326869"/>
                <a:gd name="connsiteY1" fmla="*/ 19512 h 1613054"/>
                <a:gd name="connsiteX2" fmla="*/ 325923 w 326869"/>
                <a:gd name="connsiteY2" fmla="*/ 1558248 h 1613054"/>
                <a:gd name="connsiteX3" fmla="*/ 46018 w 326869"/>
                <a:gd name="connsiteY3" fmla="*/ 1613054 h 1613054"/>
                <a:gd name="connsiteX4" fmla="*/ 46018 w 326869"/>
                <a:gd name="connsiteY4" fmla="*/ 0 h 161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869" h="1613054">
                  <a:moveTo>
                    <a:pt x="46018" y="0"/>
                  </a:moveTo>
                  <a:lnTo>
                    <a:pt x="326869" y="19512"/>
                  </a:lnTo>
                  <a:cubicBezTo>
                    <a:pt x="280819" y="604571"/>
                    <a:pt x="246913" y="1064412"/>
                    <a:pt x="325923" y="1558248"/>
                  </a:cubicBezTo>
                  <a:lnTo>
                    <a:pt x="46018" y="1613054"/>
                  </a:lnTo>
                  <a:cubicBezTo>
                    <a:pt x="-29265" y="1070069"/>
                    <a:pt x="350" y="604368"/>
                    <a:pt x="46018" y="0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080AEAB-9A00-26D5-7A49-A79457DD76C5}"/>
                </a:ext>
              </a:extLst>
            </p:cNvPr>
            <p:cNvCxnSpPr>
              <a:cxnSpLocks/>
            </p:cNvCxnSpPr>
            <p:nvPr/>
          </p:nvCxnSpPr>
          <p:spPr>
            <a:xfrm>
              <a:off x="2300203" y="1449474"/>
              <a:ext cx="292811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EEAD1E4-C128-5E0F-A595-25F6C3BE2777}"/>
                    </a:ext>
                  </a:extLst>
                </p:cNvPr>
                <p:cNvSpPr txBox="1"/>
                <p:nvPr/>
              </p:nvSpPr>
              <p:spPr>
                <a:xfrm>
                  <a:off x="1823569" y="1107363"/>
                  <a:ext cx="403628" cy="9910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EEAD1E4-C128-5E0F-A595-25F6C3BE2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3569" y="1107363"/>
                  <a:ext cx="403628" cy="991060"/>
                </a:xfrm>
                <a:prstGeom prst="rect">
                  <a:avLst/>
                </a:prstGeom>
                <a:blipFill>
                  <a:blip r:embed="rId3"/>
                  <a:stretch>
                    <a:fillRect r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28E9DF4-0854-1646-1706-86498734DC4F}"/>
                    </a:ext>
                  </a:extLst>
                </p:cNvPr>
                <p:cNvSpPr txBox="1"/>
                <p:nvPr/>
              </p:nvSpPr>
              <p:spPr>
                <a:xfrm>
                  <a:off x="2585915" y="713368"/>
                  <a:ext cx="541289" cy="9910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900" dirty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28E9DF4-0854-1646-1706-86498734DC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5915" y="713368"/>
                  <a:ext cx="541289" cy="991060"/>
                </a:xfrm>
                <a:prstGeom prst="rect">
                  <a:avLst/>
                </a:prstGeom>
                <a:blipFill>
                  <a:blip r:embed="rId4"/>
                  <a:stretch>
                    <a:fillRect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9A13490-48B2-6F81-4AD3-530A6B02D14B}"/>
                </a:ext>
              </a:extLst>
            </p:cNvPr>
            <p:cNvSpPr/>
            <p:nvPr/>
          </p:nvSpPr>
          <p:spPr>
            <a:xfrm rot="5400000">
              <a:off x="2665943" y="2669766"/>
              <a:ext cx="228082" cy="84367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FE52A5AA-D41B-28C1-07A5-E54DAB35214F}"/>
              </a:ext>
            </a:extLst>
          </p:cNvPr>
          <p:cNvSpPr txBox="1"/>
          <p:nvPr/>
        </p:nvSpPr>
        <p:spPr>
          <a:xfrm>
            <a:off x="3209060" y="509716"/>
            <a:ext cx="2128805" cy="25391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Simulation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CE42B05-81D3-4B4A-FBAC-5CD1DB167181}"/>
                  </a:ext>
                </a:extLst>
              </p:cNvPr>
              <p:cNvSpPr txBox="1"/>
              <p:nvPr/>
            </p:nvSpPr>
            <p:spPr>
              <a:xfrm>
                <a:off x="752451" y="3458738"/>
                <a:ext cx="2023769" cy="41549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dirty="0"/>
                  <a:t>Non-dimensional parameters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CE42B05-81D3-4B4A-FBAC-5CD1DB167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51" y="3458738"/>
                <a:ext cx="2023769" cy="4154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B1FA312-33AF-2D6A-4F1F-2C51AD1B0015}"/>
                  </a:ext>
                </a:extLst>
              </p:cNvPr>
              <p:cNvSpPr txBox="1"/>
              <p:nvPr/>
            </p:nvSpPr>
            <p:spPr>
              <a:xfrm>
                <a:off x="3307430" y="1184145"/>
                <a:ext cx="2012374" cy="2539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05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50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05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̇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50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𝐸𝐼</m:t>
                              </m:r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050" i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B1FA312-33AF-2D6A-4F1F-2C51AD1B0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30" y="1184145"/>
                <a:ext cx="2012374" cy="25391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68EDECB0-2C2E-0165-FDDB-5E9679348963}"/>
              </a:ext>
            </a:extLst>
          </p:cNvPr>
          <p:cNvSpPr txBox="1"/>
          <p:nvPr/>
        </p:nvSpPr>
        <p:spPr>
          <a:xfrm>
            <a:off x="5681545" y="509716"/>
            <a:ext cx="2128805" cy="25391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Bayesian Calibration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0B1513F-61F5-D517-9BDA-94FDB3FF5A12}"/>
                  </a:ext>
                </a:extLst>
              </p:cNvPr>
              <p:cNvSpPr txBox="1"/>
              <p:nvPr/>
            </p:nvSpPr>
            <p:spPr>
              <a:xfrm>
                <a:off x="5786580" y="2388859"/>
                <a:ext cx="2023769" cy="4339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dirty="0"/>
                  <a:t>Best fit parameters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{</m:t>
                      </m:r>
                      <m:sSubSup>
                        <m:sSubSup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05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050" i="1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0B1513F-61F5-D517-9BDA-94FDB3FF5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580" y="2388859"/>
                <a:ext cx="2023769" cy="433901"/>
              </a:xfrm>
              <a:prstGeom prst="rect">
                <a:avLst/>
              </a:prstGeom>
              <a:blipFill>
                <a:blip r:embed="rId7"/>
                <a:stretch>
                  <a:fillRect b="-2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2" name="Group 171">
            <a:extLst>
              <a:ext uri="{FF2B5EF4-FFF2-40B4-BE49-F238E27FC236}">
                <a16:creationId xmlns:a16="http://schemas.microsoft.com/office/drawing/2014/main" id="{078F7906-D5D1-8C9E-C702-031BC2CD647E}"/>
              </a:ext>
            </a:extLst>
          </p:cNvPr>
          <p:cNvGrpSpPr/>
          <p:nvPr/>
        </p:nvGrpSpPr>
        <p:grpSpPr>
          <a:xfrm>
            <a:off x="3994396" y="1509837"/>
            <a:ext cx="704876" cy="1312923"/>
            <a:chOff x="5138920" y="1812712"/>
            <a:chExt cx="939835" cy="1750564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E51136F-DE64-3FE0-3314-E4DF8B98A746}"/>
                </a:ext>
              </a:extLst>
            </p:cNvPr>
            <p:cNvSpPr/>
            <p:nvPr/>
          </p:nvSpPr>
          <p:spPr>
            <a:xfrm>
              <a:off x="5158276" y="3356812"/>
              <a:ext cx="538620" cy="20646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F1E3BE5-1DFD-4719-D0CF-BA8BB2BAFD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9404" y="1812713"/>
              <a:ext cx="382996" cy="1456038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4B9D28D-1633-4F57-429C-D53714AFB42E}"/>
                </a:ext>
              </a:extLst>
            </p:cNvPr>
            <p:cNvCxnSpPr>
              <a:cxnSpLocks/>
            </p:cNvCxnSpPr>
            <p:nvPr/>
          </p:nvCxnSpPr>
          <p:spPr>
            <a:xfrm>
              <a:off x="5439404" y="1812712"/>
              <a:ext cx="0" cy="154410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208762D-C518-553D-8E7A-AB404CE440CC}"/>
                </a:ext>
              </a:extLst>
            </p:cNvPr>
            <p:cNvCxnSpPr/>
            <p:nvPr/>
          </p:nvCxnSpPr>
          <p:spPr>
            <a:xfrm>
              <a:off x="5158276" y="3356812"/>
              <a:ext cx="53862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8D0F3D54-2744-32C8-085C-6044BD17E533}"/>
                    </a:ext>
                  </a:extLst>
                </p:cNvPr>
                <p:cNvSpPr txBox="1"/>
                <p:nvPr/>
              </p:nvSpPr>
              <p:spPr>
                <a:xfrm rot="16200000">
                  <a:off x="4731196" y="2406173"/>
                  <a:ext cx="1154003" cy="3385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50" i="1">
                            <a:latin typeface="Cambria Math" panose="02040503050406030204" pitchFamily="18" charset="0"/>
                          </a:rPr>
                          <m:t>𝐸𝐼</m:t>
                        </m:r>
                        <m:r>
                          <a:rPr lang="en-US" sz="105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050" i="1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8D0F3D54-2744-32C8-085C-6044BD17E5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731196" y="2406173"/>
                  <a:ext cx="1154003" cy="33855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42C443D3-6ED4-2650-65CE-814E9C723DBF}"/>
                </a:ext>
              </a:extLst>
            </p:cNvPr>
            <p:cNvSpPr/>
            <p:nvPr/>
          </p:nvSpPr>
          <p:spPr>
            <a:xfrm>
              <a:off x="5446696" y="1812712"/>
              <a:ext cx="632059" cy="1425501"/>
            </a:xfrm>
            <a:custGeom>
              <a:avLst/>
              <a:gdLst>
                <a:gd name="connsiteX0" fmla="*/ 0 w 632059"/>
                <a:gd name="connsiteY0" fmla="*/ 1411705 h 1411705"/>
                <a:gd name="connsiteX1" fmla="*/ 269507 w 632059"/>
                <a:gd name="connsiteY1" fmla="*/ 676977 h 1411705"/>
                <a:gd name="connsiteX2" fmla="*/ 632059 w 632059"/>
                <a:gd name="connsiteY2" fmla="*/ 0 h 1411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2059" h="1411705">
                  <a:moveTo>
                    <a:pt x="0" y="1411705"/>
                  </a:moveTo>
                  <a:cubicBezTo>
                    <a:pt x="82082" y="1161983"/>
                    <a:pt x="164164" y="912261"/>
                    <a:pt x="269507" y="676977"/>
                  </a:cubicBezTo>
                  <a:cubicBezTo>
                    <a:pt x="374850" y="441693"/>
                    <a:pt x="503454" y="220846"/>
                    <a:pt x="63205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F4590BA-46ED-108E-330B-833C6810B068}"/>
                </a:ext>
              </a:extLst>
            </p:cNvPr>
            <p:cNvSpPr/>
            <p:nvPr/>
          </p:nvSpPr>
          <p:spPr>
            <a:xfrm>
              <a:off x="5377643" y="3182798"/>
              <a:ext cx="122246" cy="120373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1F20477B-515D-8302-9904-A089B055D925}"/>
              </a:ext>
            </a:extLst>
          </p:cNvPr>
          <p:cNvSpPr txBox="1"/>
          <p:nvPr/>
        </p:nvSpPr>
        <p:spPr>
          <a:xfrm>
            <a:off x="2010777" y="2310971"/>
            <a:ext cx="651574" cy="23083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x290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9628E58-F31F-6FE3-A154-18DE80EF40AE}"/>
              </a:ext>
            </a:extLst>
          </p:cNvPr>
          <p:cNvSpPr txBox="1"/>
          <p:nvPr/>
        </p:nvSpPr>
        <p:spPr>
          <a:xfrm>
            <a:off x="3301388" y="4743068"/>
            <a:ext cx="2017727" cy="41549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Gaussian Process </a:t>
            </a:r>
          </a:p>
          <a:p>
            <a:pPr algn="ctr"/>
            <a:r>
              <a:rPr lang="en-US" sz="1050" dirty="0"/>
              <a:t>Regression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4C3F6F9-1A09-6527-B56D-3E7C845ECA29}"/>
              </a:ext>
            </a:extLst>
          </p:cNvPr>
          <p:cNvSpPr txBox="1"/>
          <p:nvPr/>
        </p:nvSpPr>
        <p:spPr>
          <a:xfrm>
            <a:off x="752451" y="2974656"/>
            <a:ext cx="2023769" cy="253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Metadata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74B2FBE4-3CC6-5E0C-DDE5-8F5E79E051CE}"/>
              </a:ext>
            </a:extLst>
          </p:cNvPr>
          <p:cNvSpPr txBox="1"/>
          <p:nvPr/>
        </p:nvSpPr>
        <p:spPr>
          <a:xfrm>
            <a:off x="752451" y="852930"/>
            <a:ext cx="2023769" cy="253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Hysteresis data</a:t>
            </a:r>
          </a:p>
        </p:txBody>
      </p: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8994BCAA-B210-EC1F-A833-8EAE74405C9F}"/>
              </a:ext>
            </a:extLst>
          </p:cNvPr>
          <p:cNvCxnSpPr>
            <a:stCxn id="46" idx="1"/>
            <a:endCxn id="140" idx="1"/>
          </p:cNvCxnSpPr>
          <p:nvPr/>
        </p:nvCxnSpPr>
        <p:spPr>
          <a:xfrm rot="10800000" flipH="1" flipV="1">
            <a:off x="650645" y="636674"/>
            <a:ext cx="101806" cy="343214"/>
          </a:xfrm>
          <a:prstGeom prst="bentConnector3">
            <a:avLst>
              <a:gd name="adj1" fmla="val -22454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968CF0B1-6603-5985-CC9C-EE618520D447}"/>
              </a:ext>
            </a:extLst>
          </p:cNvPr>
          <p:cNvCxnSpPr>
            <a:cxnSpLocks/>
            <a:stCxn id="46" idx="1"/>
            <a:endCxn id="139" idx="1"/>
          </p:cNvCxnSpPr>
          <p:nvPr/>
        </p:nvCxnSpPr>
        <p:spPr>
          <a:xfrm rot="10800000" flipH="1" flipV="1">
            <a:off x="650645" y="636674"/>
            <a:ext cx="101806" cy="2464940"/>
          </a:xfrm>
          <a:prstGeom prst="bentConnector3">
            <a:avLst>
              <a:gd name="adj1" fmla="val -22454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7200250-E14C-5DBE-812F-736E64DD4236}"/>
              </a:ext>
            </a:extLst>
          </p:cNvPr>
          <p:cNvCxnSpPr>
            <a:cxnSpLocks/>
            <a:stCxn id="139" idx="2"/>
            <a:endCxn id="54" idx="0"/>
          </p:cNvCxnSpPr>
          <p:nvPr/>
        </p:nvCxnSpPr>
        <p:spPr>
          <a:xfrm>
            <a:off x="1764336" y="3228572"/>
            <a:ext cx="0" cy="230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B633C6C0-F4FB-0058-AFE6-D6DFC664C791}"/>
              </a:ext>
            </a:extLst>
          </p:cNvPr>
          <p:cNvSpPr txBox="1"/>
          <p:nvPr/>
        </p:nvSpPr>
        <p:spPr>
          <a:xfrm>
            <a:off x="3307432" y="847737"/>
            <a:ext cx="2023769" cy="253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Cantilever column w/P.H.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6B16952-9BC1-DB71-5FA8-2EE8D74D6FD8}"/>
              </a:ext>
            </a:extLst>
          </p:cNvPr>
          <p:cNvSpPr txBox="1"/>
          <p:nvPr/>
        </p:nvSpPr>
        <p:spPr>
          <a:xfrm>
            <a:off x="3301389" y="2969375"/>
            <a:ext cx="2023769" cy="253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Modified Bouc-Wen P.H.</a:t>
            </a:r>
          </a:p>
        </p:txBody>
      </p:sp>
      <p:cxnSp>
        <p:nvCxnSpPr>
          <p:cNvPr id="175" name="Elbow Connector 174">
            <a:extLst>
              <a:ext uri="{FF2B5EF4-FFF2-40B4-BE49-F238E27FC236}">
                <a16:creationId xmlns:a16="http://schemas.microsoft.com/office/drawing/2014/main" id="{D3A32175-0B90-7070-F0E8-365F7FE419D9}"/>
              </a:ext>
            </a:extLst>
          </p:cNvPr>
          <p:cNvCxnSpPr>
            <a:stCxn id="53" idx="1"/>
            <a:endCxn id="171" idx="1"/>
          </p:cNvCxnSpPr>
          <p:nvPr/>
        </p:nvCxnSpPr>
        <p:spPr>
          <a:xfrm rot="10800000" flipH="1" flipV="1">
            <a:off x="3209060" y="636673"/>
            <a:ext cx="98372" cy="338021"/>
          </a:xfrm>
          <a:prstGeom prst="bentConnector3">
            <a:avLst>
              <a:gd name="adj1" fmla="val -23238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6" name="Elbow Connector 175">
            <a:extLst>
              <a:ext uri="{FF2B5EF4-FFF2-40B4-BE49-F238E27FC236}">
                <a16:creationId xmlns:a16="http://schemas.microsoft.com/office/drawing/2014/main" id="{0F97CF15-A063-3DA2-CB05-1F7701426E22}"/>
              </a:ext>
            </a:extLst>
          </p:cNvPr>
          <p:cNvCxnSpPr>
            <a:cxnSpLocks/>
            <a:stCxn id="53" idx="1"/>
            <a:endCxn id="173" idx="1"/>
          </p:cNvCxnSpPr>
          <p:nvPr/>
        </p:nvCxnSpPr>
        <p:spPr>
          <a:xfrm rot="10800000" flipH="1" flipV="1">
            <a:off x="3209059" y="636673"/>
            <a:ext cx="92329" cy="2459659"/>
          </a:xfrm>
          <a:prstGeom prst="bentConnector3">
            <a:avLst>
              <a:gd name="adj1" fmla="val -24759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6" name="Picture 185">
            <a:extLst>
              <a:ext uri="{FF2B5EF4-FFF2-40B4-BE49-F238E27FC236}">
                <a16:creationId xmlns:a16="http://schemas.microsoft.com/office/drawing/2014/main" id="{B9F048FB-2F76-151C-6FFB-6301A26722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1553" y="2895359"/>
            <a:ext cx="2128796" cy="1762114"/>
          </a:xfrm>
          <a:prstGeom prst="rect">
            <a:avLst/>
          </a:prstGeom>
        </p:spPr>
      </p:pic>
      <p:sp>
        <p:nvSpPr>
          <p:cNvPr id="188" name="TextBox 187">
            <a:extLst>
              <a:ext uri="{FF2B5EF4-FFF2-40B4-BE49-F238E27FC236}">
                <a16:creationId xmlns:a16="http://schemas.microsoft.com/office/drawing/2014/main" id="{A3D17C7E-CA99-DA14-55F0-B37D840B9116}"/>
              </a:ext>
            </a:extLst>
          </p:cNvPr>
          <p:cNvSpPr txBox="1"/>
          <p:nvPr/>
        </p:nvSpPr>
        <p:spPr>
          <a:xfrm>
            <a:off x="5681545" y="845499"/>
            <a:ext cx="2023769" cy="253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TMCMC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D14217D-B951-4604-1BB3-B6BF402C9385}"/>
              </a:ext>
            </a:extLst>
          </p:cNvPr>
          <p:cNvSpPr txBox="1"/>
          <p:nvPr/>
        </p:nvSpPr>
        <p:spPr>
          <a:xfrm>
            <a:off x="7032419" y="4008330"/>
            <a:ext cx="651574" cy="23083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x290</a:t>
            </a:r>
            <a:endParaRPr lang="en-US" sz="10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22CB3CA5-94F9-1F1C-4779-3C2030DF934F}"/>
                  </a:ext>
                </a:extLst>
              </p:cNvPr>
              <p:cNvSpPr txBox="1"/>
              <p:nvPr/>
            </p:nvSpPr>
            <p:spPr>
              <a:xfrm>
                <a:off x="3301388" y="3434014"/>
                <a:ext cx="2023769" cy="46717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dirty="0"/>
                  <a:t>Training Data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105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5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6×290</m:t>
                          </m:r>
                        </m:sub>
                      </m:sSub>
                      <m:r>
                        <a:rPr lang="en-US" sz="1050" i="1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sz="1050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sz="105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05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12×290</m:t>
                          </m:r>
                        </m:sub>
                      </m:sSub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22CB3CA5-94F9-1F1C-4779-3C2030DF9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388" y="3434014"/>
                <a:ext cx="2023769" cy="46717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42B275C4-BF3F-36C0-DA3D-D8DBE6382305}"/>
              </a:ext>
            </a:extLst>
          </p:cNvPr>
          <p:cNvCxnSpPr>
            <a:stCxn id="54" idx="3"/>
            <a:endCxn id="192" idx="1"/>
          </p:cNvCxnSpPr>
          <p:nvPr/>
        </p:nvCxnSpPr>
        <p:spPr>
          <a:xfrm>
            <a:off x="2776220" y="3666487"/>
            <a:ext cx="525168" cy="11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Elbow Connector 198">
            <a:extLst>
              <a:ext uri="{FF2B5EF4-FFF2-40B4-BE49-F238E27FC236}">
                <a16:creationId xmlns:a16="http://schemas.microsoft.com/office/drawing/2014/main" id="{015B6D0C-67A8-CAFA-73A2-F9D68CF4DF65}"/>
              </a:ext>
            </a:extLst>
          </p:cNvPr>
          <p:cNvCxnSpPr>
            <a:cxnSpLocks/>
            <a:stCxn id="57" idx="3"/>
            <a:endCxn id="188" idx="3"/>
          </p:cNvCxnSpPr>
          <p:nvPr/>
        </p:nvCxnSpPr>
        <p:spPr>
          <a:xfrm flipH="1">
            <a:off x="7705314" y="636674"/>
            <a:ext cx="105036" cy="335783"/>
          </a:xfrm>
          <a:prstGeom prst="bentConnector3">
            <a:avLst>
              <a:gd name="adj1" fmla="val -21764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79903A55-844C-E980-651B-A8F4108DC1C7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946292" y="1172014"/>
            <a:ext cx="1168964" cy="1085466"/>
          </a:xfrm>
          <a:prstGeom prst="rect">
            <a:avLst/>
          </a:prstGeom>
        </p:spPr>
      </p:pic>
      <p:cxnSp>
        <p:nvCxnSpPr>
          <p:cNvPr id="204" name="Elbow Connector 203">
            <a:extLst>
              <a:ext uri="{FF2B5EF4-FFF2-40B4-BE49-F238E27FC236}">
                <a16:creationId xmlns:a16="http://schemas.microsoft.com/office/drawing/2014/main" id="{AA8A3AEC-1BDD-A7D4-6D60-7622704DB549}"/>
              </a:ext>
            </a:extLst>
          </p:cNvPr>
          <p:cNvCxnSpPr>
            <a:cxnSpLocks/>
            <a:stCxn id="57" idx="3"/>
            <a:endCxn id="60" idx="3"/>
          </p:cNvCxnSpPr>
          <p:nvPr/>
        </p:nvCxnSpPr>
        <p:spPr>
          <a:xfrm flipH="1">
            <a:off x="7810349" y="636674"/>
            <a:ext cx="1" cy="1969136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Elbow Connector 207">
            <a:extLst>
              <a:ext uri="{FF2B5EF4-FFF2-40B4-BE49-F238E27FC236}">
                <a16:creationId xmlns:a16="http://schemas.microsoft.com/office/drawing/2014/main" id="{D186954B-B3EF-3900-CFD8-DF89338FE5EF}"/>
              </a:ext>
            </a:extLst>
          </p:cNvPr>
          <p:cNvCxnSpPr>
            <a:cxnSpLocks/>
            <a:stCxn id="60" idx="1"/>
            <a:endCxn id="192" idx="3"/>
          </p:cNvCxnSpPr>
          <p:nvPr/>
        </p:nvCxnSpPr>
        <p:spPr>
          <a:xfrm rot="10800000" flipV="1">
            <a:off x="5325158" y="2605810"/>
            <a:ext cx="461423" cy="10617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2778452B-8DCC-360D-339C-678E85B3CE44}"/>
              </a:ext>
            </a:extLst>
          </p:cNvPr>
          <p:cNvCxnSpPr>
            <a:stCxn id="192" idx="2"/>
            <a:endCxn id="110" idx="0"/>
          </p:cNvCxnSpPr>
          <p:nvPr/>
        </p:nvCxnSpPr>
        <p:spPr>
          <a:xfrm flipH="1">
            <a:off x="4310252" y="3901193"/>
            <a:ext cx="3021" cy="8418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AB793DED-C001-EC3B-0DC0-C464C58B3DC4}"/>
                  </a:ext>
                </a:extLst>
              </p:cNvPr>
              <p:cNvSpPr txBox="1"/>
              <p:nvPr/>
            </p:nvSpPr>
            <p:spPr>
              <a:xfrm>
                <a:off x="913726" y="4766437"/>
                <a:ext cx="2023769" cy="4154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dirty="0"/>
                  <a:t>New column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105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05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AB793DED-C001-EC3B-0DC0-C464C58B3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26" y="4766437"/>
                <a:ext cx="2023769" cy="41549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AE02491D-32E9-5050-EC61-13C87EC89FD4}"/>
              </a:ext>
            </a:extLst>
          </p:cNvPr>
          <p:cNvCxnSpPr>
            <a:cxnSpLocks/>
            <a:stCxn id="226" idx="3"/>
          </p:cNvCxnSpPr>
          <p:nvPr/>
        </p:nvCxnSpPr>
        <p:spPr>
          <a:xfrm flipV="1">
            <a:off x="2937495" y="4970162"/>
            <a:ext cx="363893" cy="40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58B47D9E-D3B8-2337-CD45-81A957387A95}"/>
              </a:ext>
            </a:extLst>
          </p:cNvPr>
          <p:cNvCxnSpPr>
            <a:cxnSpLocks/>
            <a:endCxn id="238" idx="1"/>
          </p:cNvCxnSpPr>
          <p:nvPr/>
        </p:nvCxnSpPr>
        <p:spPr>
          <a:xfrm>
            <a:off x="5310817" y="4954139"/>
            <a:ext cx="31525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71416E30-AA53-D529-5680-16504E186339}"/>
                  </a:ext>
                </a:extLst>
              </p:cNvPr>
              <p:cNvSpPr txBox="1"/>
              <p:nvPr/>
            </p:nvSpPr>
            <p:spPr>
              <a:xfrm>
                <a:off x="5626074" y="4736515"/>
                <a:ext cx="2023769" cy="43524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50" dirty="0"/>
                  <a:t>Simulation model parameters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i="1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05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71416E30-AA53-D529-5680-16504E1863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074" y="4736515"/>
                <a:ext cx="2023769" cy="43524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Logo for SimCenter's quoFEM Application.">
            <a:extLst>
              <a:ext uri="{FF2B5EF4-FFF2-40B4-BE49-F238E27FC236}">
                <a16:creationId xmlns:a16="http://schemas.microsoft.com/office/drawing/2014/main" id="{F0346CDB-92F3-5D98-885E-9445A09BB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812" y="1165569"/>
            <a:ext cx="521815" cy="5218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Logo for SimCenter's quoFEM Application.">
            <a:extLst>
              <a:ext uri="{FF2B5EF4-FFF2-40B4-BE49-F238E27FC236}">
                <a16:creationId xmlns:a16="http://schemas.microsoft.com/office/drawing/2014/main" id="{EFB03B26-6583-5311-73D3-FDAC7C3EA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714" y="4187268"/>
            <a:ext cx="521815" cy="5218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608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37E1CFF-6AC3-C08D-214B-E100F9951181}"/>
              </a:ext>
            </a:extLst>
          </p:cNvPr>
          <p:cNvSpPr/>
          <p:nvPr/>
        </p:nvSpPr>
        <p:spPr>
          <a:xfrm>
            <a:off x="3762257" y="4360721"/>
            <a:ext cx="796841" cy="29425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213604-308C-5153-7956-5448E3E88021}"/>
              </a:ext>
            </a:extLst>
          </p:cNvPr>
          <p:cNvCxnSpPr>
            <a:cxnSpLocks/>
          </p:cNvCxnSpPr>
          <p:nvPr/>
        </p:nvCxnSpPr>
        <p:spPr>
          <a:xfrm flipV="1">
            <a:off x="4178161" y="2054458"/>
            <a:ext cx="623088" cy="2180759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E3B431-1452-80DE-3BBB-20655BFC6ED6}"/>
              </a:ext>
            </a:extLst>
          </p:cNvPr>
          <p:cNvCxnSpPr>
            <a:cxnSpLocks/>
          </p:cNvCxnSpPr>
          <p:nvPr/>
        </p:nvCxnSpPr>
        <p:spPr>
          <a:xfrm>
            <a:off x="4160677" y="2057772"/>
            <a:ext cx="17484" cy="230294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017A69B-BBC6-33DF-4C85-F40315AC2697}"/>
              </a:ext>
            </a:extLst>
          </p:cNvPr>
          <p:cNvCxnSpPr/>
          <p:nvPr/>
        </p:nvCxnSpPr>
        <p:spPr>
          <a:xfrm>
            <a:off x="3762257" y="4360721"/>
            <a:ext cx="79684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30E107-0BB1-FD85-495C-D6DA79B403C1}"/>
                  </a:ext>
                </a:extLst>
              </p:cNvPr>
              <p:cNvSpPr txBox="1"/>
              <p:nvPr/>
            </p:nvSpPr>
            <p:spPr>
              <a:xfrm rot="16200000">
                <a:off x="3652199" y="2614900"/>
                <a:ext cx="6784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𝐸𝐼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30E107-0BB1-FD85-495C-D6DA79B40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652199" y="2614900"/>
                <a:ext cx="678403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7">
            <a:extLst>
              <a:ext uri="{FF2B5EF4-FFF2-40B4-BE49-F238E27FC236}">
                <a16:creationId xmlns:a16="http://schemas.microsoft.com/office/drawing/2014/main" id="{E351133B-86F5-6A57-A71B-306EFD293900}"/>
              </a:ext>
            </a:extLst>
          </p:cNvPr>
          <p:cNvSpPr/>
          <p:nvPr/>
        </p:nvSpPr>
        <p:spPr>
          <a:xfrm>
            <a:off x="4188949" y="2054457"/>
            <a:ext cx="926258" cy="2137238"/>
          </a:xfrm>
          <a:custGeom>
            <a:avLst/>
            <a:gdLst>
              <a:gd name="connsiteX0" fmla="*/ 0 w 632059"/>
              <a:gd name="connsiteY0" fmla="*/ 1411705 h 1411705"/>
              <a:gd name="connsiteX1" fmla="*/ 269507 w 632059"/>
              <a:gd name="connsiteY1" fmla="*/ 676977 h 1411705"/>
              <a:gd name="connsiteX2" fmla="*/ 632059 w 632059"/>
              <a:gd name="connsiteY2" fmla="*/ 0 h 1411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2059" h="1411705">
                <a:moveTo>
                  <a:pt x="0" y="1411705"/>
                </a:moveTo>
                <a:cubicBezTo>
                  <a:pt x="82082" y="1161983"/>
                  <a:pt x="164164" y="912261"/>
                  <a:pt x="269507" y="676977"/>
                </a:cubicBezTo>
                <a:cubicBezTo>
                  <a:pt x="374850" y="441693"/>
                  <a:pt x="503454" y="220846"/>
                  <a:pt x="6320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30823F1-6BDB-95A0-502B-AF887003AD13}"/>
              </a:ext>
            </a:extLst>
          </p:cNvPr>
          <p:cNvSpPr>
            <a:spLocks noChangeAspect="1"/>
          </p:cNvSpPr>
          <p:nvPr/>
        </p:nvSpPr>
        <p:spPr>
          <a:xfrm>
            <a:off x="4102004" y="4108011"/>
            <a:ext cx="143258" cy="14381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65E3C5-98BC-F150-DE6D-2C0E4495CFCD}"/>
              </a:ext>
            </a:extLst>
          </p:cNvPr>
          <p:cNvSpPr/>
          <p:nvPr/>
        </p:nvSpPr>
        <p:spPr>
          <a:xfrm>
            <a:off x="2222002" y="4360721"/>
            <a:ext cx="796841" cy="29425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A6B012C-65FB-3B2B-AA6F-9D915D4F943B}"/>
              </a:ext>
            </a:extLst>
          </p:cNvPr>
          <p:cNvSpPr/>
          <p:nvPr/>
        </p:nvSpPr>
        <p:spPr>
          <a:xfrm>
            <a:off x="2406862" y="2057772"/>
            <a:ext cx="427120" cy="230224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6161098-530B-AAE8-4E7F-6099F29B597C}"/>
              </a:ext>
            </a:extLst>
          </p:cNvPr>
          <p:cNvCxnSpPr/>
          <p:nvPr/>
        </p:nvCxnSpPr>
        <p:spPr>
          <a:xfrm>
            <a:off x="2222002" y="4360016"/>
            <a:ext cx="79684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0389835-1A54-5553-A073-F8B36C4B21DA}"/>
              </a:ext>
            </a:extLst>
          </p:cNvPr>
          <p:cNvSpPr/>
          <p:nvPr/>
        </p:nvSpPr>
        <p:spPr>
          <a:xfrm>
            <a:off x="2403949" y="2039815"/>
            <a:ext cx="720419" cy="2319497"/>
          </a:xfrm>
          <a:custGeom>
            <a:avLst/>
            <a:gdLst>
              <a:gd name="connsiteX0" fmla="*/ 0 w 427120"/>
              <a:gd name="connsiteY0" fmla="*/ 0 h 2302244"/>
              <a:gd name="connsiteX1" fmla="*/ 427120 w 427120"/>
              <a:gd name="connsiteY1" fmla="*/ 0 h 2302244"/>
              <a:gd name="connsiteX2" fmla="*/ 427120 w 427120"/>
              <a:gd name="connsiteY2" fmla="*/ 2302244 h 2302244"/>
              <a:gd name="connsiteX3" fmla="*/ 0 w 427120"/>
              <a:gd name="connsiteY3" fmla="*/ 2302244 h 2302244"/>
              <a:gd name="connsiteX4" fmla="*/ 0 w 427120"/>
              <a:gd name="connsiteY4" fmla="*/ 0 h 2302244"/>
              <a:gd name="connsiteX0" fmla="*/ 0 w 685913"/>
              <a:gd name="connsiteY0" fmla="*/ 0 h 2302244"/>
              <a:gd name="connsiteX1" fmla="*/ 685913 w 685913"/>
              <a:gd name="connsiteY1" fmla="*/ 28755 h 2302244"/>
              <a:gd name="connsiteX2" fmla="*/ 427120 w 685913"/>
              <a:gd name="connsiteY2" fmla="*/ 2302244 h 2302244"/>
              <a:gd name="connsiteX3" fmla="*/ 0 w 685913"/>
              <a:gd name="connsiteY3" fmla="*/ 2302244 h 2302244"/>
              <a:gd name="connsiteX4" fmla="*/ 0 w 685913"/>
              <a:gd name="connsiteY4" fmla="*/ 0 h 2302244"/>
              <a:gd name="connsiteX0" fmla="*/ 281797 w 685913"/>
              <a:gd name="connsiteY0" fmla="*/ 0 h 2302244"/>
              <a:gd name="connsiteX1" fmla="*/ 685913 w 685913"/>
              <a:gd name="connsiteY1" fmla="*/ 28755 h 2302244"/>
              <a:gd name="connsiteX2" fmla="*/ 427120 w 685913"/>
              <a:gd name="connsiteY2" fmla="*/ 2302244 h 2302244"/>
              <a:gd name="connsiteX3" fmla="*/ 0 w 685913"/>
              <a:gd name="connsiteY3" fmla="*/ 2302244 h 2302244"/>
              <a:gd name="connsiteX4" fmla="*/ 281797 w 685913"/>
              <a:gd name="connsiteY4" fmla="*/ 0 h 2302244"/>
              <a:gd name="connsiteX0" fmla="*/ 281797 w 685913"/>
              <a:gd name="connsiteY0" fmla="*/ 0 h 2302244"/>
              <a:gd name="connsiteX1" fmla="*/ 685913 w 685913"/>
              <a:gd name="connsiteY1" fmla="*/ 28755 h 2302244"/>
              <a:gd name="connsiteX2" fmla="*/ 427120 w 685913"/>
              <a:gd name="connsiteY2" fmla="*/ 2302244 h 2302244"/>
              <a:gd name="connsiteX3" fmla="*/ 0 w 685913"/>
              <a:gd name="connsiteY3" fmla="*/ 2302244 h 2302244"/>
              <a:gd name="connsiteX4" fmla="*/ 281797 w 685913"/>
              <a:gd name="connsiteY4" fmla="*/ 0 h 2302244"/>
              <a:gd name="connsiteX0" fmla="*/ 281797 w 685913"/>
              <a:gd name="connsiteY0" fmla="*/ 0 h 2302244"/>
              <a:gd name="connsiteX1" fmla="*/ 685913 w 685913"/>
              <a:gd name="connsiteY1" fmla="*/ 28755 h 2302244"/>
              <a:gd name="connsiteX2" fmla="*/ 427120 w 685913"/>
              <a:gd name="connsiteY2" fmla="*/ 2302244 h 2302244"/>
              <a:gd name="connsiteX3" fmla="*/ 0 w 685913"/>
              <a:gd name="connsiteY3" fmla="*/ 2302244 h 2302244"/>
              <a:gd name="connsiteX4" fmla="*/ 281797 w 685913"/>
              <a:gd name="connsiteY4" fmla="*/ 0 h 2302244"/>
              <a:gd name="connsiteX0" fmla="*/ 281797 w 685913"/>
              <a:gd name="connsiteY0" fmla="*/ 0 h 2302244"/>
              <a:gd name="connsiteX1" fmla="*/ 685913 w 685913"/>
              <a:gd name="connsiteY1" fmla="*/ 28755 h 2302244"/>
              <a:gd name="connsiteX2" fmla="*/ 427120 w 685913"/>
              <a:gd name="connsiteY2" fmla="*/ 2302244 h 2302244"/>
              <a:gd name="connsiteX3" fmla="*/ 0 w 685913"/>
              <a:gd name="connsiteY3" fmla="*/ 2302244 h 2302244"/>
              <a:gd name="connsiteX4" fmla="*/ 281797 w 685913"/>
              <a:gd name="connsiteY4" fmla="*/ 0 h 2302244"/>
              <a:gd name="connsiteX0" fmla="*/ 281797 w 685913"/>
              <a:gd name="connsiteY0" fmla="*/ 0 h 2302244"/>
              <a:gd name="connsiteX1" fmla="*/ 685913 w 685913"/>
              <a:gd name="connsiteY1" fmla="*/ 28755 h 2302244"/>
              <a:gd name="connsiteX2" fmla="*/ 427120 w 685913"/>
              <a:gd name="connsiteY2" fmla="*/ 2302244 h 2302244"/>
              <a:gd name="connsiteX3" fmla="*/ 0 w 685913"/>
              <a:gd name="connsiteY3" fmla="*/ 2302244 h 2302244"/>
              <a:gd name="connsiteX4" fmla="*/ 281797 w 685913"/>
              <a:gd name="connsiteY4" fmla="*/ 0 h 2302244"/>
              <a:gd name="connsiteX0" fmla="*/ 281797 w 720419"/>
              <a:gd name="connsiteY0" fmla="*/ 0 h 2302244"/>
              <a:gd name="connsiteX1" fmla="*/ 720419 w 720419"/>
              <a:gd name="connsiteY1" fmla="*/ 40257 h 2302244"/>
              <a:gd name="connsiteX2" fmla="*/ 427120 w 720419"/>
              <a:gd name="connsiteY2" fmla="*/ 2302244 h 2302244"/>
              <a:gd name="connsiteX3" fmla="*/ 0 w 720419"/>
              <a:gd name="connsiteY3" fmla="*/ 2302244 h 2302244"/>
              <a:gd name="connsiteX4" fmla="*/ 281797 w 720419"/>
              <a:gd name="connsiteY4" fmla="*/ 0 h 2302244"/>
              <a:gd name="connsiteX0" fmla="*/ 281797 w 720419"/>
              <a:gd name="connsiteY0" fmla="*/ 0 h 2319497"/>
              <a:gd name="connsiteX1" fmla="*/ 720419 w 720419"/>
              <a:gd name="connsiteY1" fmla="*/ 57510 h 2319497"/>
              <a:gd name="connsiteX2" fmla="*/ 427120 w 720419"/>
              <a:gd name="connsiteY2" fmla="*/ 2319497 h 2319497"/>
              <a:gd name="connsiteX3" fmla="*/ 0 w 720419"/>
              <a:gd name="connsiteY3" fmla="*/ 2319497 h 2319497"/>
              <a:gd name="connsiteX4" fmla="*/ 281797 w 720419"/>
              <a:gd name="connsiteY4" fmla="*/ 0 h 23194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0419" h="2319497">
                <a:moveTo>
                  <a:pt x="281797" y="0"/>
                </a:moveTo>
                <a:lnTo>
                  <a:pt x="720419" y="57510"/>
                </a:lnTo>
                <a:cubicBezTo>
                  <a:pt x="576646" y="821091"/>
                  <a:pt x="427120" y="1567418"/>
                  <a:pt x="427120" y="2319497"/>
                </a:cubicBezTo>
                <a:lnTo>
                  <a:pt x="0" y="2319497"/>
                </a:lnTo>
                <a:cubicBezTo>
                  <a:pt x="1917" y="1557833"/>
                  <a:pt x="136107" y="761664"/>
                  <a:pt x="281797" y="0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3CBE5E1F-6A45-2E5A-7BA6-08C0506752A2}"/>
                  </a:ext>
                </a:extLst>
              </p14:cNvPr>
              <p14:cNvContentPartPr/>
              <p14:nvPr/>
            </p14:nvContentPartPr>
            <p14:xfrm>
              <a:off x="2408059" y="4291600"/>
              <a:ext cx="203760" cy="32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3CBE5E1F-6A45-2E5A-7BA6-08C0506752A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01939" y="4285480"/>
                <a:ext cx="21600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32D29FFA-3151-49A9-07B8-9F61B03C10F8}"/>
              </a:ext>
            </a:extLst>
          </p:cNvPr>
          <p:cNvGrpSpPr/>
          <p:nvPr/>
        </p:nvGrpSpPr>
        <p:grpSpPr>
          <a:xfrm>
            <a:off x="2418139" y="3885160"/>
            <a:ext cx="183960" cy="357120"/>
            <a:chOff x="2500435" y="3336520"/>
            <a:chExt cx="183960" cy="35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C59A9D6-A02C-BA25-0F2A-C6289C1C42CD}"/>
                    </a:ext>
                  </a:extLst>
                </p14:cNvPr>
                <p14:cNvContentPartPr/>
                <p14:nvPr/>
              </p14:nvContentPartPr>
              <p14:xfrm>
                <a:off x="2500435" y="3636760"/>
                <a:ext cx="183960" cy="56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C59A9D6-A02C-BA25-0F2A-C6289C1C42C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94315" y="3630640"/>
                  <a:ext cx="196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D22B41C-3679-D881-09B2-C00496BDD018}"/>
                    </a:ext>
                  </a:extLst>
                </p14:cNvPr>
                <p14:cNvContentPartPr/>
                <p14:nvPr/>
              </p14:nvContentPartPr>
              <p14:xfrm>
                <a:off x="2505115" y="3477280"/>
                <a:ext cx="172080" cy="123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D22B41C-3679-D881-09B2-C00496BDD01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98995" y="3471160"/>
                  <a:ext cx="1843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74D41D8-5D9A-7FDF-EF98-03E1A1B7D2D6}"/>
                    </a:ext>
                  </a:extLst>
                </p14:cNvPr>
                <p14:cNvContentPartPr/>
                <p14:nvPr/>
              </p14:nvContentPartPr>
              <p14:xfrm>
                <a:off x="2520955" y="3336520"/>
                <a:ext cx="124560" cy="116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74D41D8-5D9A-7FDF-EF98-03E1A1B7D2D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14835" y="3330400"/>
                  <a:ext cx="136800" cy="12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5EC2E70E-39E2-BBF1-5024-7F843AECC520}"/>
                  </a:ext>
                </a:extLst>
              </p14:cNvPr>
              <p14:cNvContentPartPr/>
              <p14:nvPr/>
            </p14:nvContentPartPr>
            <p14:xfrm>
              <a:off x="2441457" y="3780690"/>
              <a:ext cx="47880" cy="442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5EC2E70E-39E2-BBF1-5024-7F843AECC52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35337" y="3774570"/>
                <a:ext cx="60120" cy="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BE3FACF-9166-89DF-AD43-2E2B52240F3E}"/>
                  </a:ext>
                </a:extLst>
              </p14:cNvPr>
              <p14:cNvContentPartPr/>
              <p14:nvPr/>
            </p14:nvContentPartPr>
            <p14:xfrm>
              <a:off x="2431737" y="3877890"/>
              <a:ext cx="360" cy="3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BE3FACF-9166-89DF-AD43-2E2B52240F3E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425617" y="387177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53292806-0F8D-5C72-970B-A9EA46734586}"/>
                  </a:ext>
                </a:extLst>
              </p14:cNvPr>
              <p14:cNvContentPartPr/>
              <p14:nvPr/>
            </p14:nvContentPartPr>
            <p14:xfrm>
              <a:off x="2849697" y="3810210"/>
              <a:ext cx="360" cy="3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53292806-0F8D-5C72-970B-A9EA46734586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843577" y="3804090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17852B9-A58E-73F6-9E9D-14C114C8495C}"/>
              </a:ext>
            </a:extLst>
          </p:cNvPr>
          <p:cNvCxnSpPr/>
          <p:nvPr/>
        </p:nvCxnSpPr>
        <p:spPr>
          <a:xfrm>
            <a:off x="2403949" y="1924115"/>
            <a:ext cx="2995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C476120-C50F-6ADB-CF11-0D551CC5CD7E}"/>
                  </a:ext>
                </a:extLst>
              </p:cNvPr>
              <p:cNvSpPr txBox="1"/>
              <p:nvPr/>
            </p:nvSpPr>
            <p:spPr>
              <a:xfrm>
                <a:off x="2154305" y="1563678"/>
                <a:ext cx="8178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C476120-C50F-6ADB-CF11-0D551CC5C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305" y="1563678"/>
                <a:ext cx="817827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AFE5064-969F-A6F4-B4D2-E99C5BF5CEB4}"/>
                  </a:ext>
                </a:extLst>
              </p:cNvPr>
              <p:cNvSpPr txBox="1"/>
              <p:nvPr/>
            </p:nvSpPr>
            <p:spPr>
              <a:xfrm>
                <a:off x="4160677" y="1555070"/>
                <a:ext cx="659473" cy="3575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AFE5064-969F-A6F4-B4D2-E99C5BF5C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677" y="1555070"/>
                <a:ext cx="659473" cy="35753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87F52A1-97CB-492A-86E8-A4D9247BCB92}"/>
                  </a:ext>
                </a:extLst>
              </p:cNvPr>
              <p:cNvSpPr txBox="1"/>
              <p:nvPr/>
            </p:nvSpPr>
            <p:spPr>
              <a:xfrm>
                <a:off x="4570738" y="1551841"/>
                <a:ext cx="8178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87F52A1-97CB-492A-86E8-A4D9247BC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0738" y="1551841"/>
                <a:ext cx="817827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7F22EA1-9AF6-847D-0C5B-8CCC497A7962}"/>
              </a:ext>
            </a:extLst>
          </p:cNvPr>
          <p:cNvCxnSpPr>
            <a:cxnSpLocks/>
          </p:cNvCxnSpPr>
          <p:nvPr/>
        </p:nvCxnSpPr>
        <p:spPr>
          <a:xfrm>
            <a:off x="4160677" y="1941826"/>
            <a:ext cx="640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E2FED81-3759-DAEE-30EB-8C69AEBAA420}"/>
              </a:ext>
            </a:extLst>
          </p:cNvPr>
          <p:cNvCxnSpPr>
            <a:cxnSpLocks/>
          </p:cNvCxnSpPr>
          <p:nvPr/>
        </p:nvCxnSpPr>
        <p:spPr>
          <a:xfrm>
            <a:off x="4807226" y="1938596"/>
            <a:ext cx="3448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2109C55F-F75E-BADA-A9DA-4DB0F836F45C}"/>
                  </a:ext>
                </a:extLst>
              </p:cNvPr>
              <p:cNvSpPr txBox="1"/>
              <p:nvPr/>
            </p:nvSpPr>
            <p:spPr>
              <a:xfrm>
                <a:off x="4195644" y="3954429"/>
                <a:ext cx="659473" cy="3575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2109C55F-F75E-BADA-A9DA-4DB0F836F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5644" y="3954429"/>
                <a:ext cx="659473" cy="35753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Arc 85">
            <a:extLst>
              <a:ext uri="{FF2B5EF4-FFF2-40B4-BE49-F238E27FC236}">
                <a16:creationId xmlns:a16="http://schemas.microsoft.com/office/drawing/2014/main" id="{A58B6A96-C871-0146-8F13-7E8B7EF1F16A}"/>
              </a:ext>
            </a:extLst>
          </p:cNvPr>
          <p:cNvSpPr/>
          <p:nvPr/>
        </p:nvSpPr>
        <p:spPr>
          <a:xfrm rot="2051384">
            <a:off x="3955865" y="3958395"/>
            <a:ext cx="420853" cy="382012"/>
          </a:xfrm>
          <a:prstGeom prst="arc">
            <a:avLst>
              <a:gd name="adj1" fmla="val 10272888"/>
              <a:gd name="adj2" fmla="val 13976862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Arc 86">
            <a:extLst>
              <a:ext uri="{FF2B5EF4-FFF2-40B4-BE49-F238E27FC236}">
                <a16:creationId xmlns:a16="http://schemas.microsoft.com/office/drawing/2014/main" id="{2D3466F1-271C-716E-B7A0-19B73475BFB5}"/>
              </a:ext>
            </a:extLst>
          </p:cNvPr>
          <p:cNvSpPr/>
          <p:nvPr/>
        </p:nvSpPr>
        <p:spPr>
          <a:xfrm rot="2051384">
            <a:off x="3950516" y="3956023"/>
            <a:ext cx="420853" cy="382012"/>
          </a:xfrm>
          <a:prstGeom prst="arc">
            <a:avLst>
              <a:gd name="adj1" fmla="val 16265848"/>
              <a:gd name="adj2" fmla="val 20050059"/>
            </a:avLst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8ED97EF-5E9C-A4F8-EF68-7F13A56E477E}"/>
              </a:ext>
            </a:extLst>
          </p:cNvPr>
          <p:cNvCxnSpPr>
            <a:cxnSpLocks/>
          </p:cNvCxnSpPr>
          <p:nvPr/>
        </p:nvCxnSpPr>
        <p:spPr>
          <a:xfrm>
            <a:off x="1990343" y="2067069"/>
            <a:ext cx="34684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3ADCA3B-7E51-A633-1C93-C3D05BC4C7C0}"/>
                  </a:ext>
                </a:extLst>
              </p:cNvPr>
              <p:cNvSpPr txBox="1"/>
              <p:nvPr/>
            </p:nvSpPr>
            <p:spPr>
              <a:xfrm>
                <a:off x="1566753" y="1897792"/>
                <a:ext cx="50268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3ADCA3B-7E51-A633-1C93-C3D05BC4C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753" y="1897792"/>
                <a:ext cx="502681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TextBox 91">
            <a:extLst>
              <a:ext uri="{FF2B5EF4-FFF2-40B4-BE49-F238E27FC236}">
                <a16:creationId xmlns:a16="http://schemas.microsoft.com/office/drawing/2014/main" id="{186888CD-F066-C338-B04F-914425965DF0}"/>
              </a:ext>
            </a:extLst>
          </p:cNvPr>
          <p:cNvSpPr txBox="1"/>
          <p:nvPr/>
        </p:nvSpPr>
        <p:spPr>
          <a:xfrm>
            <a:off x="5042157" y="3954429"/>
            <a:ext cx="28703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Bouc-Wen moment-rotation spring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7F38BD8-F580-DFFE-0263-8C0D42C617AA}"/>
              </a:ext>
            </a:extLst>
          </p:cNvPr>
          <p:cNvSpPr txBox="1"/>
          <p:nvPr/>
        </p:nvSpPr>
        <p:spPr>
          <a:xfrm>
            <a:off x="5042157" y="2738022"/>
            <a:ext cx="2870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Elastic frame element</a:t>
            </a:r>
          </a:p>
        </p:txBody>
      </p:sp>
    </p:spTree>
    <p:extLst>
      <p:ext uri="{BB962C8B-B14F-4D97-AF65-F5344CB8AC3E}">
        <p14:creationId xmlns:p14="http://schemas.microsoft.com/office/powerpoint/2010/main" val="4188162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showing calibration results&#10;&#10;AI-generated content may be incorrect.">
            <a:extLst>
              <a:ext uri="{FF2B5EF4-FFF2-40B4-BE49-F238E27FC236}">
                <a16:creationId xmlns:a16="http://schemas.microsoft.com/office/drawing/2014/main" id="{676DA243-1525-48EC-E33B-2BCDFEEF8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36" y="2028482"/>
            <a:ext cx="3734714" cy="28010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71F333-F793-5E72-9D01-6B3AB8395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166" y="1998804"/>
            <a:ext cx="3613111" cy="2711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161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7E29B0-1C58-DF4B-991F-354BDED04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73" y="795369"/>
            <a:ext cx="4381500" cy="32861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1B6931-AA64-E2D6-AA76-4408E53AB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114" y="270499"/>
            <a:ext cx="4381500" cy="3286125"/>
          </a:xfrm>
          <a:prstGeom prst="rect">
            <a:avLst/>
          </a:prstGeom>
        </p:spPr>
      </p:pic>
      <p:pic>
        <p:nvPicPr>
          <p:cNvPr id="17" name="Picture 16" descr="A graph of calibration&#10;&#10;AI-generated content may be incorrect.">
            <a:extLst>
              <a:ext uri="{FF2B5EF4-FFF2-40B4-BE49-F238E27FC236}">
                <a16:creationId xmlns:a16="http://schemas.microsoft.com/office/drawing/2014/main" id="{E8EC9411-E61D-3A29-106F-12190BC00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67" y="3429001"/>
            <a:ext cx="3322175" cy="2491631"/>
          </a:xfrm>
          <a:prstGeom prst="rect">
            <a:avLst/>
          </a:prstGeom>
        </p:spPr>
      </p:pic>
      <p:pic>
        <p:nvPicPr>
          <p:cNvPr id="19" name="Picture 18" descr="A graph of calibration&#10;&#10;AI-generated content may be incorrect.">
            <a:extLst>
              <a:ext uri="{FF2B5EF4-FFF2-40B4-BE49-F238E27FC236}">
                <a16:creationId xmlns:a16="http://schemas.microsoft.com/office/drawing/2014/main" id="{477A0D8B-F937-143C-8997-17C7797C1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855" y="3031753"/>
            <a:ext cx="4381500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161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6E44B-1135-DF8B-8DAF-0DEBD5ED1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847" y="343076"/>
            <a:ext cx="4381500" cy="3286125"/>
          </a:xfrm>
          <a:prstGeom prst="rect">
            <a:avLst/>
          </a:prstGeom>
        </p:spPr>
      </p:pic>
      <p:pic>
        <p:nvPicPr>
          <p:cNvPr id="3" name="Picture 2" descr="A graph of calibration&#10;&#10;AI-generated content may be incorrect.">
            <a:extLst>
              <a:ext uri="{FF2B5EF4-FFF2-40B4-BE49-F238E27FC236}">
                <a16:creationId xmlns:a16="http://schemas.microsoft.com/office/drawing/2014/main" id="{CBE2FFCA-8255-5C41-FDDC-8C1C55DF4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7" y="467498"/>
            <a:ext cx="4381500" cy="3286125"/>
          </a:xfrm>
          <a:prstGeom prst="rect">
            <a:avLst/>
          </a:prstGeom>
        </p:spPr>
      </p:pic>
      <p:pic>
        <p:nvPicPr>
          <p:cNvPr id="7" name="Picture 6" descr="A graph of calibration&#10;&#10;AI-generated content may be incorrect.">
            <a:extLst>
              <a:ext uri="{FF2B5EF4-FFF2-40B4-BE49-F238E27FC236}">
                <a16:creationId xmlns:a16="http://schemas.microsoft.com/office/drawing/2014/main" id="{70ADC404-EA77-AE5E-CC2C-CADB09D91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89" y="3504779"/>
            <a:ext cx="4381500" cy="3286125"/>
          </a:xfrm>
          <a:prstGeom prst="rect">
            <a:avLst/>
          </a:prstGeom>
        </p:spPr>
      </p:pic>
      <p:pic>
        <p:nvPicPr>
          <p:cNvPr id="9" name="Picture 8" descr="A graph of calibration experiment&#10;&#10;AI-generated content may be incorrect.">
            <a:extLst>
              <a:ext uri="{FF2B5EF4-FFF2-40B4-BE49-F238E27FC236}">
                <a16:creationId xmlns:a16="http://schemas.microsoft.com/office/drawing/2014/main" id="{7A1E4CF4-2047-14BF-31B6-FA6C7A6D53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7447" y="3566990"/>
            <a:ext cx="4381500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727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0E2D08-1F1A-DDD2-BC6E-8824482C0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84" y="1395292"/>
            <a:ext cx="4381500" cy="3286125"/>
          </a:xfrm>
          <a:prstGeom prst="rect">
            <a:avLst/>
          </a:prstGeom>
        </p:spPr>
      </p:pic>
      <p:pic>
        <p:nvPicPr>
          <p:cNvPr id="6" name="Picture 5" descr="A graph with a red line and blue dots&#10;&#10;AI-generated content may be incorrect.">
            <a:extLst>
              <a:ext uri="{FF2B5EF4-FFF2-40B4-BE49-F238E27FC236}">
                <a16:creationId xmlns:a16="http://schemas.microsoft.com/office/drawing/2014/main" id="{FD1117E6-EF2F-B212-FE7A-484ED509C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4675" y="1395292"/>
            <a:ext cx="4381500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5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AE518C-EAD8-EB93-5315-82A99AA3D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94" y="1570293"/>
            <a:ext cx="4449506" cy="35669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8CE106-1878-CA56-7E93-47F6544E2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695" y="1825113"/>
            <a:ext cx="31115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33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27738</TotalTime>
  <Words>83</Words>
  <Application>Microsoft Macintosh PowerPoint</Application>
  <PresentationFormat>On-screen Show (4:3)</PresentationFormat>
  <Paragraphs>34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Miguel Gomez</dc:creator>
  <cp:lastModifiedBy>Miguel Gomez</cp:lastModifiedBy>
  <cp:revision>3</cp:revision>
  <cp:lastPrinted>2025-04-02T20:11:02Z</cp:lastPrinted>
  <dcterms:created xsi:type="dcterms:W3CDTF">2025-03-21T07:20:36Z</dcterms:created>
  <dcterms:modified xsi:type="dcterms:W3CDTF">2025-04-09T14:03:16Z</dcterms:modified>
</cp:coreProperties>
</file>